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B31B1B"/>
    <a:srgbClr val="FFFFF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70" autoAdjust="0"/>
  </p:normalViewPr>
  <p:slideViewPr>
    <p:cSldViewPr snapToGrid="0">
      <p:cViewPr>
        <p:scale>
          <a:sx n="75" d="100"/>
          <a:sy n="75" d="100"/>
        </p:scale>
        <p:origin x="946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FE6F4C-C2B6-0645-C225-EC088E5311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CC298-7ACC-62EC-0B0A-15A7DA9D25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C63CA-928D-4F87-BFF4-0C9AAF5D886E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569027-C657-95CE-EA3B-BE1EEB03E7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0EDDF-F26C-70BA-58CE-66120B3A3C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EB7C3-2580-4529-A5A5-EEC803F3C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6546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76DE2-0A2A-4509-BB53-BC12DF9F6EC1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790EE-944A-4ECB-AF6E-53F632702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7738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6584B-1234-E59B-C7B8-C1EF99535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4254A-B8A0-0393-2B57-336F9080B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B8F5A-D2A1-2B28-E8E0-0C149046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AF57-FB76-4746-B275-BBE120E15F1F}" type="datetime1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70411-34F8-7754-2A6E-DA4364DC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1FD78-974F-8039-53FE-08A4B09F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0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EABB1-0260-D364-9A24-3675427C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F6D20-AE1F-BB41-D20B-520D92301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BDF6E-3355-58CA-28C2-B523C418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07A7-E271-4778-BBC7-947CE31E83C1}" type="datetime1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649F5-8702-ADB2-BA38-94765B3C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14DFE-849C-46CA-8054-4607507C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19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1A3E-EB9B-307A-20D4-85510345C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F8CFE-BA35-D86C-5ED8-D818723AF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761DB-8588-4105-8ACA-D5662621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7D2C-CA28-420A-9FCA-A3314E219AD8}" type="datetime1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C237-BBFC-792D-D9D3-5187D3DC3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BE706-852A-CEFF-DC72-C328C9636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20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4EE6-859C-EB9E-347B-4A78C6A3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9B31A-CC33-8446-DD9C-29F6A7D3D6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64117-A628-2E2E-F77A-3CBDB0E3A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06290-DD9C-20C4-53A2-D359B640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3FAD0-4C18-4A01-A9E9-5C8B5B868DB5}" type="datetime1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C509E-8D63-5F30-C659-DB4F4D0DF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3C225-3D89-5497-9874-F9A9C37B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AFB8-E565-9322-C12B-60F2EDBB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9B4EF-FEAB-64B2-FCAA-2D695241E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F5742-C0CC-A5F7-BD3D-AA5685169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D4B10-6814-6A0E-5908-841A67183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341E6A-591C-9B4A-1070-47CC153F0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66380-780A-1351-ED0E-E71DEE60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C090-B2C0-48D9-B96F-0CC76FF45090}" type="datetime1">
              <a:rPr lang="en-US" smtClean="0"/>
              <a:t>2026-01-20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4BC3F-2559-9752-5F41-767D25BD2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3DC005-168B-3BC9-5988-3B932757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9C99-F4B1-9221-00C6-0AEA61FF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582001-D379-AC19-A3E8-407C579B0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C7524-14F7-49EA-8EE5-F34E7517E0B2}" type="datetime1">
              <a:rPr lang="en-US" smtClean="0"/>
              <a:t>2026-01-20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482F7-71EE-26D0-4069-BB74209B3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F3B85-0470-33E1-A1B6-6C782DC4F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5C782-30C3-1DAD-D32A-20DF9C58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8CEB-A0C4-4463-8CE2-B5C215F10B23}" type="datetime1">
              <a:rPr lang="en-US" smtClean="0"/>
              <a:t>2026-01-20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B1027-B77F-269A-34A8-B5309A68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4C2C7-24CB-6A0F-92D1-DDCE0AFC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3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3C93A-78A1-D4BA-67A0-776213D0A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EB995-8352-0D5A-20FC-98FC65349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FE569-609B-F344-958D-00D1B2A70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8A585-49E6-4F52-FD57-9301198DF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8C9E-A623-4E33-8F05-8457CB25039A}" type="datetime1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87C46-D898-8066-AB4C-15B0CD65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A131E-487E-27E1-0103-9EEEA006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3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4F05-B804-38C1-EB31-F9DFB434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B89D2-9FC9-17AC-E4CA-500241DD6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0C6E3-3B7B-9A8A-5263-2B0BB99BB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0E900-82ED-E017-92AE-E4776C90F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BF9E6-6BD3-4399-8D6C-83E78671D086}" type="datetime1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B11A2-894F-A8E5-FC65-8E1E1A8E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D21D6-F3FE-E39E-D311-94C57962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97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A5F3-3272-FD5A-B519-AA6F47F9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A0567-8A54-5A7A-6766-D271F101C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7B096-103D-59FA-2371-BD103883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8244-EF44-409A-9E28-DF4D9A5B5744}" type="datetime1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8E4FF-5774-9140-2B6D-AFEBAAE6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C6DC9-AE45-229D-DB69-9C093069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8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E2DF68-98A4-ABB5-504B-B91BCF45D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0D162-741A-23EF-9DED-DC822CF19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D93A5-91CB-9949-EC3E-40DA1ABC0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FC4DA-1EC2-4C1E-8D3B-87C53C877169}" type="datetime1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534A-A029-3389-DD40-292833C4C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8FBE8-B958-83E7-FD84-4BD1C8EF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06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F880D-3A5C-D29C-19FD-BA09CF6F0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C97ED-58E0-680B-E2B5-31AA5EF80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D4C89-AECC-9982-D968-FE9551576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ABA33-1AAF-4743-AC67-9C40ED5B4260}" type="datetime1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1AD96-F279-6E0D-68BA-2BD1F8F56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38F28-8F77-F600-C765-C17F1AD71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B7D4-87AC-4334-8015-F9E0E28A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webp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01BC33-AD4A-E6E2-0290-F5561ACEEC6E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/>
              <a:t>DS-19</a:t>
            </a:r>
          </a:p>
          <a:p>
            <a:pPr algn="ctr"/>
            <a:r>
              <a:rPr lang="ru-RU" sz="1900" dirty="0"/>
              <a:t>Москва, 2026</a:t>
            </a:r>
            <a:endParaRPr lang="en-US" sz="1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4EDCE6-D8AA-FD75-17BE-5A4DAC1EB7DD}"/>
              </a:ext>
            </a:extLst>
          </p:cNvPr>
          <p:cNvSpPr/>
          <p:nvPr/>
        </p:nvSpPr>
        <p:spPr>
          <a:xfrm>
            <a:off x="0" y="688157"/>
            <a:ext cx="12192000" cy="1093509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2C7EEE-5708-2989-23CC-57CFE5674498}"/>
              </a:ext>
            </a:extLst>
          </p:cNvPr>
          <p:cNvSpPr txBox="1"/>
          <p:nvPr/>
        </p:nvSpPr>
        <p:spPr>
          <a:xfrm>
            <a:off x="2253473" y="942523"/>
            <a:ext cx="7685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arXiv Info System: RAG </a:t>
            </a:r>
            <a:r>
              <a:rPr lang="ru-RU" sz="3200" dirty="0">
                <a:solidFill>
                  <a:srgbClr val="FFFFFF"/>
                </a:solidFill>
              </a:rPr>
              <a:t>на корпусе </a:t>
            </a:r>
            <a:r>
              <a:rPr lang="en-US" sz="3200" dirty="0">
                <a:solidFill>
                  <a:srgbClr val="FFFFFF"/>
                </a:solidFill>
              </a:rPr>
              <a:t>arxiv.org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4B020A9-F431-EA5F-6138-E064EB7A5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32" y="134695"/>
            <a:ext cx="3540629" cy="4187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AABC335-5B9C-C1AC-9C88-052BF0CC2383}"/>
              </a:ext>
            </a:extLst>
          </p:cNvPr>
          <p:cNvSpPr txBox="1"/>
          <p:nvPr/>
        </p:nvSpPr>
        <p:spPr>
          <a:xfrm>
            <a:off x="8235696" y="-2"/>
            <a:ext cx="395630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900" dirty="0">
                <a:solidFill>
                  <a:schemeClr val="bg1"/>
                </a:solidFill>
              </a:rPr>
              <a:t>Выполнил: Константин Демидов</a:t>
            </a:r>
            <a:br>
              <a:rPr lang="ru-RU" sz="1900" dirty="0">
                <a:solidFill>
                  <a:schemeClr val="bg1"/>
                </a:solidFill>
              </a:rPr>
            </a:br>
            <a:r>
              <a:rPr lang="ru-RU" sz="1900" dirty="0">
                <a:solidFill>
                  <a:schemeClr val="bg1"/>
                </a:solidFill>
              </a:rPr>
              <a:t>Руководитель: Евгений Паточенко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146863-1039-0A96-62F2-20BEAF1EFBB3}"/>
              </a:ext>
            </a:extLst>
          </p:cNvPr>
          <p:cNvSpPr/>
          <p:nvPr/>
        </p:nvSpPr>
        <p:spPr>
          <a:xfrm>
            <a:off x="4829980" y="58330"/>
            <a:ext cx="71120" cy="571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C5D07A-73E7-E772-EA34-D266A2014F63}"/>
              </a:ext>
            </a:extLst>
          </p:cNvPr>
          <p:cNvSpPr/>
          <p:nvPr/>
        </p:nvSpPr>
        <p:spPr>
          <a:xfrm>
            <a:off x="7146162" y="58328"/>
            <a:ext cx="71120" cy="571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EF952C1-41BF-68CB-CF1E-FE0C176BE174}"/>
              </a:ext>
            </a:extLst>
          </p:cNvPr>
          <p:cNvGrpSpPr/>
          <p:nvPr/>
        </p:nvGrpSpPr>
        <p:grpSpPr>
          <a:xfrm>
            <a:off x="1673159" y="3447854"/>
            <a:ext cx="9056694" cy="1550710"/>
            <a:chOff x="638267" y="3276334"/>
            <a:chExt cx="11125869" cy="1905000"/>
          </a:xfrm>
        </p:grpSpPr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B8AE3314-8E0A-561E-B54E-C5A69AA29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8267" y="3725089"/>
              <a:ext cx="681684" cy="1007489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B7D9BF6-84EC-4CAF-9151-00BC8F39CC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4086" y="3725089"/>
              <a:ext cx="2172093" cy="9177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8CAB2DEE-A5A8-77E5-C8A7-4E7DEAE5B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80314" y="3725090"/>
              <a:ext cx="1491277" cy="917709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CB204324-F84B-81ED-C042-1CDCE12AD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15726" y="3276334"/>
              <a:ext cx="1905000" cy="190500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C548992-1F6F-F1D4-5E4D-C17EDC51B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64861" y="3429000"/>
              <a:ext cx="2699275" cy="15789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072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593D4-CABC-7BBE-C4EB-23CFB4C49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E9977-AD04-95DE-2705-942ED7F8F507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Вступление</a:t>
            </a:r>
            <a:endParaRPr lang="en-U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DDE782-A399-BD94-A884-0FFD98276CF4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61FD0D-9EEE-3335-A351-0C49B083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2</a:t>
            </a:fld>
            <a:endParaRPr lang="en-US" sz="24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313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8F3F8-BB1F-6E3F-2FB0-A692F7C3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0C2528-4BAF-CFAE-4D42-0DE293B997C0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32D7A1-E7E5-8C31-B2A0-301FABC556EF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055B49-5304-3954-0256-B7551A34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3</a:t>
            </a:fld>
            <a:endParaRPr lang="en-US" sz="24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7159-2930-90EE-2B35-A7A559A4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77329F1-E32E-5EE6-2CEC-6EC8716481D4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DBA3B8-A13A-5AD9-B6E7-1C4CE88FA3E4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FABF4A-43A6-DF56-5433-58ECC7A3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4</a:t>
            </a:fld>
            <a:endParaRPr lang="en-US" sz="24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80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78FD-C71C-5992-580B-06313E58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E7DB20-0EF9-2E79-BF52-304B8C08D058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ABFB2E-C2ED-E8AC-642D-D8F0F0AFAB91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93EAB2-CDA0-2FF5-57DD-2FFE800C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5</a:t>
            </a:fld>
            <a:endParaRPr lang="en-US" sz="24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222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AC52-1C30-135F-8354-BC88919F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595065-ABD3-F0CB-1699-62DDC42A1E5C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11B823-CF69-0C1E-D1CE-2811B4815B0A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392AE8-5B17-1841-0A6C-1EF1AACE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6</a:t>
            </a:fld>
            <a:endParaRPr lang="en-US" sz="24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142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07F7F-12B3-82F6-B5D5-6F09083B6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8FDE085-0E97-60A2-7531-C0BB37A79494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A65B33F-296C-C6AC-94D2-BB4BD4F0CD20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90B24B-C0C1-746A-5611-07567C15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7</a:t>
            </a:fld>
            <a:endParaRPr lang="en-US" sz="24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14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4DF09-A904-DD09-AF21-FF396270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BA190DD-1BD7-CA00-FD7C-8845F6928ED7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1F83F8-F620-2D15-ADA6-24AC55178558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683E80-AF34-C154-01BE-B5341BC9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8</a:t>
            </a:fld>
            <a:endParaRPr lang="en-US" sz="24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74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A203-9264-AF20-8F10-100D9FD4A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2F6115D-FF31-D268-91C5-9CC6D99A86BF}"/>
              </a:ext>
            </a:extLst>
          </p:cNvPr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Следующие шаги</a:t>
            </a:r>
            <a:endParaRPr lang="en-U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34B364-113E-9A12-7B2B-C53CB05D4B93}"/>
              </a:ext>
            </a:extLst>
          </p:cNvPr>
          <p:cNvSpPr/>
          <p:nvPr/>
        </p:nvSpPr>
        <p:spPr>
          <a:xfrm>
            <a:off x="145606" y="142562"/>
            <a:ext cx="403034" cy="40303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ё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272CEE-C0F2-F2FE-07D8-5D653DC41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5606" y="142562"/>
            <a:ext cx="403034" cy="403034"/>
          </a:xfrm>
        </p:spPr>
        <p:txBody>
          <a:bodyPr/>
          <a:lstStyle/>
          <a:p>
            <a:pPr algn="ctr"/>
            <a:fld id="{E484B7D4-87AC-4334-8015-F9E0E28AB063}" type="slidenum">
              <a:rPr lang="en-US" sz="2400" smtClean="0">
                <a:solidFill>
                  <a:srgbClr val="222222"/>
                </a:solidFill>
              </a:rPr>
              <a:pPr algn="ctr"/>
              <a:t>9</a:t>
            </a:fld>
            <a:endParaRPr lang="en-US" sz="24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61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42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Константин Демидов</dc:creator>
  <cp:lastModifiedBy>Константин Демидов</cp:lastModifiedBy>
  <cp:revision>19</cp:revision>
  <dcterms:created xsi:type="dcterms:W3CDTF">2026-01-20T13:33:12Z</dcterms:created>
  <dcterms:modified xsi:type="dcterms:W3CDTF">2026-01-20T15:17:36Z</dcterms:modified>
</cp:coreProperties>
</file>